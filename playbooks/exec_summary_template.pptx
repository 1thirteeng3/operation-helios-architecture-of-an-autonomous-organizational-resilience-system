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Incident Executive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&lt;Brief description of the incident&gt;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 Statement: </a:t>
            </a:r>
          </a:p>
          <a:p/>
          <a:p>
            <a:r>
              <a:t>- What happened and when</a:t>
            </a:r>
            <a:br/>
            <a:r>
              <a:t>- Affected systems/services/regions</a:t>
            </a:r>
            <a:br/>
            <a:r>
              <a:t>- Impact on customers and SLAs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Short-Term Fixes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Immediate mitigation steps</a:t>
            </a:r>
          </a:p>
          <a:p>
            <a:r>
              <a:t>- Temporary workarounds</a:t>
            </a:r>
          </a:p>
          <a:p>
            <a:r>
              <a:t>- Rollback or failover actions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Long-Term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Architectural changes</a:t>
            </a:r>
          </a:p>
          <a:p>
            <a:r>
              <a:t>- Process improvements</a:t>
            </a:r>
          </a:p>
          <a:p>
            <a:r>
              <a:t>- Tooling and automation upgrades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&amp; Resource Estimates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Estimated cost of short-term fixes</a:t>
            </a:r>
          </a:p>
          <a:p>
            <a:r>
              <a:t>- Investment required for long-term solutions</a:t>
            </a:r>
          </a:p>
          <a:p>
            <a:r>
              <a:t>- Resource allocation (team and budget)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